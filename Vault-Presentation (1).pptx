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3" r:id="rId14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I'm here to walk you through Vault - a secure cloud document management system I built as a full-stack project. It's built with React on the frontend, Express and MongoDB on the backend, and AWS S3 for file storage - all containerized with Docker. The core idea is simple: give users a private, secure place to store and share documents, without cutting corners on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I show you how it works, let's talk about why this project exists. A lot of simple file-sharing setups skip the fundamentals of access control and security. Four problems in particular: public file links that anyone can access indefinitely; no ownership model, so there's no real concept of who uploaded what or who's allowed to see it; a server-side bottleneck from routing every file through the app server; and broad AWS permissions - long-lived, over-privileged credentials sitting in application code. Vault was built specifically to solve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it all fits together. The React frontend talks to an Express API, which handles authentication and business logic. But here's the key design decision: file bytes never actually pass through our server. When a user uploads a file, the backend generates a presigned URL and the browser uploads directly to AWS S3. The backend only stores metadata in MongoDB. This keeps the API fast and stateless, and it's the AWS-recommended pattern for this kind of app. Three things make this secure: JWT auth with bcrypt-hashed passwords; presigned URLs that expire in five minutes; and an IAM policy scoped so our app credentials can only touch one folder in the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wasn't an afterthought here - it's built into every layer. Six things specifically: Auth and passwords - JWT-based sessions, bcrypt password hashing, and rate-limited login attempts. Presigned URLs - every upload or download link is scoped to one file and time-limited. Least-privilege IAM - our app credentials can only reach one S3 prefix, so even if they leaked, the blast radius is limited. Encryption at rest - every file is encrypted with AES256 the moment it's uploaded. Input hardening - the API sanitizes against NoSQL injection and only allows specific file types and a size cap. And owner-based access control - every request checks whether the user actually owns or was shared that document before returning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tech stack side: React and Vite for the frontend, Express for the REST API, MongoDB for metadata, and AWS S3 plus IAM for encrypted file storage. For deployment, I containerized the whole thing with Docker. The pipeline is: build each image, run it locally to test, tag it for Docker Hub, and push it. End result - anyone can spin up this entire app with a single docker pull command, without needing to manually install Node, MongoDB, or any dependencies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version one, and there's a clear roadmap for what comes next. I'd like to add folder organization with starred and trash views, file versioning through S3's built-in versioning, and virus scanning on every upload using a Lambda function with ClamAV. I'd also add audit logging to track every download, share, and delete for compliance purposes, improve the mobile-responsive layout, and eventually move to a full production deployment - frontend on CloudFront, backend on ECS, behind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 - four things I want you to take away from this project. One, it's a genuinely full-stack, cloud-native application - React, Express, MongoDB, and AWS S3 all working together. Two, file bytes never touch the server, which keeps the whole system fast and stateless. Three, security was built in from day one - least-privilege IAM, encryption at rest, and strict owner-based access control. And four, it's fully containerized and published to Docker Hub, so it's portable and can be deployed anywhere with one command. Thank you -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Express  ·  MongoDB  ·  AWS S3  ·  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simple file-sharing setups skip the fundamentals of access control and data protection.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9105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file links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 URL can access sensitive files indefinitely.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02736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who uploaded what, or who's allowed to see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8718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8718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bottleneck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routed through the app server slow uploads and downloads.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4272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524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852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AWS permissions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Long-lived, over-privileged credentials sitting in app code.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bytes never pass through the API — the browser talks to S3 directly via short-lived signed URLs.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712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Router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03320" y="27432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28712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routes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4C8C6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8712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38360" y="2743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4C8C6B"/>
          </a:solidFill>
          <a:ln/>
        </p:spPr>
      </p:sp>
      <p:sp>
        <p:nvSpPr>
          <p:cNvPr id="14" name="Text 12"/>
          <p:cNvSpPr/>
          <p:nvPr/>
        </p:nvSpPr>
        <p:spPr>
          <a:xfrm>
            <a:off x="9738360" y="28712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383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3337560"/>
            <a:ext cx="7772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3337560"/>
            <a:ext cx="7772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1120" y="3337560"/>
            <a:ext cx="7772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26080" y="2450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requests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89320" y="2286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961120" y="2286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PUT/GET URL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53675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+ bcrypt-hashed passwords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53675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 expire in 5 minutes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709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21040" y="53675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scoped to one bucket prefix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904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Passwords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bcrypt hashing (cost 12), rate-limited 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0" y="14904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18745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upload/download link is scoped, time-limited, single-use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credentials can only touch a single S3 key prefix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30449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4290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AES256 server-side encryption enforced on every object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994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Hardening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NoSQL-injection sanitization, file-type &amp; size allow-list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66344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5994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Owner-Based Access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checks ownership before returning a document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Deployment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⚛️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1856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633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3410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☁️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4187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IAM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98448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— package frontend &amp; 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27064" y="2304288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6700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— test the containers locally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27064" y="3054096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419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tag — label for Docker Hub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27064" y="3803904"/>
            <a:ext cx="0" cy="3840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169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— publish to Docker Hub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5056632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EF3FD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517550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anyone can run the app with one command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yourusername/secure-doc-backend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Additions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planned beyond the current build.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0391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&amp; Organization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423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folders and starred/trash views for organizing 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20391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2423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versioning so edits never overwrite prior versions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93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Scanning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977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ClamAV trigger on every upload before it's marked usable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3593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977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download, share, and delete for compliance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148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532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dashboard layout for tablet and phone screens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5212080"/>
            <a:ext cx="594360" cy="594360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5148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5532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CloudFront, backend on ECS, behind HTTPS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8288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4023360" cy="40233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cloud-native document management — React, Express, MongoDB, and AWS S3 working together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7432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bytes never touch the server — direct, presigned uploads/downloads keep the API fast and stateless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703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built in from the start — least-privilege IAM, encryption at rest, and owner-based access control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709160"/>
            <a:ext cx="548640" cy="548640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46634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with Docker and published to Docker Hub for one-command, portable deployment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8680" y="6080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 We Hit While Shipping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stack broke once during deployment — here is the exact cause and fix for 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9105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Failed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.env file, then an unescaped @ in the Mongo password — fixed with dotenv + URL-encoding.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02736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 Rejected (403)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still had a placeholder bucket name — corrected and reattached to the IAM user.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8718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8718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Blocked by CORS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allow-lists on the backend and S3 bucket still pointed at the old dev 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4272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524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852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Leaked in Image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.dockerignore shipped .env into the image — rotated every credential, added the ignore file.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Vault Solves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on the previous slide is closed by a specific design decision, not a bolt-on fix.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9105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Presigned, Time-Limited URLs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upload/download link expires in 5 minutes and is scoped to one file.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02736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Owner-Based Access 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checks the JWT against document ownership before returning anything.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87184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8718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Direct-to-S3 Uploads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bytes never touch the API — the browser uploads straight to S3.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4272" y="214884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5248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852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32918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credentials are scoped to a single S3 key prefix, nothing more.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2026-07-11T17:38:09Z</dcterms:created>
  <dcterms:modified xsi:type="dcterms:W3CDTF">2026-07-11T17:38:09Z</dcterms:modified>
</cp:coreProperties>
</file>